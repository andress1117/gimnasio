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33821-597E-4B4F-8572-5DA1CB183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950976"/>
            <a:ext cx="6509385" cy="3556730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38D70-8FF5-47D7-A0DD-087A227BC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572000"/>
            <a:ext cx="6481953" cy="1485900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5B485-516D-48B7-AF1D-69AEEA35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14DDB-2831-4FF8-9DA7-0449659D7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178F6-65BA-4964-80E2-DB6EA3355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933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A45AC-24E0-45A1-90C3-7BF96C3FC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018E1-7CA3-4B5E-9683-554FDFC63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5D32D-7150-4DF2-B992-A2B4F5605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03F0C-FCA3-464C-B6ED-864DB51E7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41006-DAE1-4326-B1AE-FD527A653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85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B84-BE32-464A-A765-975C21B5C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923" y="952500"/>
            <a:ext cx="6678695" cy="3962398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145C2-97CF-4887-904A-8ADC80525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3860" y="952501"/>
            <a:ext cx="3500440" cy="39623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24559-DA32-4398-A8EE-EED2469D6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67BE1-F1AC-4732-B52E-1C7D63DEF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13C03-DDF0-48C6-B1BF-D28875F82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217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6F411-42B3-4A17-BE7E-861BE7E7D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E0603-F4C0-40AC-A53E-40449D53D7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BC5634-2887-4182-A9BE-B382357D4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928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B6E74-28E1-4684-B515-4265ED7B1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375EA-A8F8-485D-A82F-CD85D4C9E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9E4B0-F5E3-407F-A548-B616E774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581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2161A-7627-4D64-AF08-10D702AFE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659" y="950976"/>
            <a:ext cx="10802729" cy="8817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B6884-07D8-4CC4-BE99-516F1433B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2918" y="1832772"/>
            <a:ext cx="5281507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82C638-B5A8-4F8C-85AE-33BEAF54C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8640" y="2600531"/>
            <a:ext cx="528150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0D1933-A703-4BDC-A697-728E899EED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927" y="1832772"/>
            <a:ext cx="5283202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25DBD-4D51-4A2D-B1E4-6D094CD1E8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927" y="2600531"/>
            <a:ext cx="52832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2636E2-E26E-42F7-9E05-3F756C7D1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7281B-0E5C-421E-AFFE-775F57C5D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83462-E410-4DC7-AE53-27AABECF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845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CFA68-31B5-48C5-929A-842FDF0FD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2600-419E-46E9-946F-FBDEDBA1D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85F9A9-98FF-4653-A570-9F351A1AB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D44457-95F1-4B15-A647-B14F91F7A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478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9EABA-1008-4E49-9184-3A946ECD7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5C3BD0-269D-4127-B5F7-84B0D8A74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23447-C740-4495-93EC-7252B1B92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301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D1155-71E7-4F0A-BB62-933743CF6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52500"/>
            <a:ext cx="4124084" cy="23622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B6D44-5A1E-4176-8766-4B81E045D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0700" y="952500"/>
            <a:ext cx="5934074" cy="49085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10EC6-11DD-4B5D-A2D2-4DCF73E583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DFCDF-666E-4DB4-A1C0-79D40A007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A69AC-15E6-4B19-A59D-DBDBE923D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9F0EE-74DE-4FEC-81E9-E40D53397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563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3CA4F-6508-4AD6-8367-A0288D888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952500"/>
            <a:ext cx="4124084" cy="239791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06BFCD-2F93-4D99-89EA-F0359FB782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2119" y="987425"/>
            <a:ext cx="602218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4C1F7-1272-41C8-8C29-676316D02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DD491-0FE6-4B42-AAA6-B698E46F1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8F83F-4E9F-4607-A69B-DFC932560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24484-C6E4-4D8A-BDAB-09B1FBB43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619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07F1B-6F93-4E6E-8C8C-D01A9DEB6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7D2968-FE85-492F-A77B-1771F4EAA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8641" y="2028826"/>
            <a:ext cx="11094348" cy="402907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92DA2-B1FB-45C6-B10C-141AC2BFB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A6D78-CE47-4CA7-B3B6-AFAE5175F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DC5C0-8780-4819-A8FC-32A0141D2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000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B8F9A8-05F2-4F79-B689-1FA2F3196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472612" y="952499"/>
            <a:ext cx="2207417" cy="51054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D615BC-61CD-4D59-8E85-B59072E2B2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7924" y="952499"/>
            <a:ext cx="8914688" cy="51054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81C46-8CC0-4B79-AF2E-84C86C6A8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76817-4D29-4888-B68C-A35F5A069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0B21A-30A9-4173-9E3F-D985B86A3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883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90E843-90BA-4A7D-8F9F-FFE49387A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9" y="950976"/>
            <a:ext cx="10995659" cy="10778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7CA62-9B55-49B4-94B6-EAAF7D5AE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1" y="2028826"/>
            <a:ext cx="10995660" cy="4029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CEA03-AAFA-4A69-A3DA-1DD0EF273F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88729" y="6449535"/>
            <a:ext cx="2983095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9/18/2025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97F43-1ECB-4FC2-863E-26CEE24A00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7924" y="1737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7F9D8-4B2E-4871-B2AE-EFC06BE23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10710" y="6449535"/>
            <a:ext cx="932279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2919E4-C488-4107-9EF1-66152F848008}"/>
              </a:ext>
            </a:extLst>
          </p:cNvPr>
          <p:cNvCxnSpPr>
            <a:cxnSpLocks/>
          </p:cNvCxnSpPr>
          <p:nvPr/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F79732-4088-424C-A653-4534E4389443}"/>
              </a:ext>
            </a:extLst>
          </p:cNvPr>
          <p:cNvCxnSpPr>
            <a:cxnSpLocks/>
          </p:cNvCxnSpPr>
          <p:nvPr/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3097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54A1FC3-D51F-49C5-A520-3CB3BF1C0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D6A395-8B77-4B2D-AA7E-1B4CE370CB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Fondo abstracto triangular">
            <a:extLst>
              <a:ext uri="{FF2B5EF4-FFF2-40B4-BE49-F238E27FC236}">
                <a16:creationId xmlns:a16="http://schemas.microsoft.com/office/drawing/2014/main" id="{3D991989-A873-3913-2607-9874F531994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5730"/>
          <a:stretch>
            <a:fillRect/>
          </a:stretch>
        </p:blipFill>
        <p:spPr>
          <a:xfrm>
            <a:off x="20" y="1"/>
            <a:ext cx="1219198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B6A7311-E13E-A7B9-AAB0-FE883677D1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952499"/>
            <a:ext cx="5060498" cy="3251855"/>
          </a:xfrm>
        </p:spPr>
        <p:txBody>
          <a:bodyPr>
            <a:normAutofit/>
          </a:bodyPr>
          <a:lstStyle/>
          <a:p>
            <a:r>
              <a:rPr lang="es-ES" sz="3600" dirty="0">
                <a:solidFill>
                  <a:schemeClr val="bg1"/>
                </a:solidFill>
              </a:rPr>
              <a:t>Sistema de Gestión de Gimnasio</a:t>
            </a:r>
            <a:endParaRPr lang="es-CO" sz="3600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F180801-DD3C-D2D9-959A-0317D89C01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76" y="4527857"/>
            <a:ext cx="5054362" cy="1520988"/>
          </a:xfrm>
        </p:spPr>
        <p:txBody>
          <a:bodyPr anchor="b">
            <a:normAutofit fontScale="92500" lnSpcReduction="20000"/>
          </a:bodyPr>
          <a:lstStyle/>
          <a:p>
            <a:r>
              <a:rPr lang="es-CO" dirty="0">
                <a:solidFill>
                  <a:srgbClr val="FFFFFF"/>
                </a:solidFill>
              </a:rPr>
              <a:t>Andres Felipe Morales Casanova</a:t>
            </a:r>
          </a:p>
          <a:p>
            <a:r>
              <a:rPr lang="es-CO" dirty="0">
                <a:solidFill>
                  <a:srgbClr val="FFFFFF"/>
                </a:solidFill>
              </a:rPr>
              <a:t>Centro de la industria, la empresa y los servicios</a:t>
            </a:r>
          </a:p>
          <a:p>
            <a:r>
              <a:rPr lang="es-CO" dirty="0">
                <a:solidFill>
                  <a:srgbClr val="FFFFFF"/>
                </a:solidFill>
              </a:rPr>
              <a:t>18/09/2025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5372E1-5D0A-4FE4-B20F-D0CF85FD0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13081F5-C318-4421-A7E9-D7F6810B65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8919536"/>
      </p:ext>
    </p:extLst>
  </p:cSld>
  <p:clrMapOvr>
    <a:masterClrMapping/>
  </p:clrMapOvr>
</p:sld>
</file>

<file path=ppt/theme/theme1.xml><?xml version="1.0" encoding="utf-8"?>
<a:theme xmlns:a="http://schemas.openxmlformats.org/drawingml/2006/main" name="TribuneVTI">
  <a:themeElements>
    <a:clrScheme name="amasis">
      <a:dk1>
        <a:sysClr val="windowText" lastClr="000000"/>
      </a:dk1>
      <a:lt1>
        <a:sysClr val="window" lastClr="FFFFFF"/>
      </a:lt1>
      <a:dk2>
        <a:srgbClr val="470401"/>
      </a:dk2>
      <a:lt2>
        <a:srgbClr val="EBE2E2"/>
      </a:lt2>
      <a:accent1>
        <a:srgbClr val="BD1209"/>
      </a:accent1>
      <a:accent2>
        <a:srgbClr val="F40600"/>
      </a:accent2>
      <a:accent3>
        <a:srgbClr val="F26216"/>
      </a:accent3>
      <a:accent4>
        <a:srgbClr val="F0800D"/>
      </a:accent4>
      <a:accent5>
        <a:srgbClr val="3EA8B6"/>
      </a:accent5>
      <a:accent6>
        <a:srgbClr val="005B6B"/>
      </a:accent6>
      <a:hlink>
        <a:srgbClr val="F40600"/>
      </a:hlink>
      <a:folHlink>
        <a:srgbClr val="1C7E8E"/>
      </a:folHlink>
    </a:clrScheme>
    <a:fontScheme name="Amasis-Univers">
      <a:majorFont>
        <a:latin typeface="Amasis MT Pro Medium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ibuneVTI" id="{4D84C650-59FC-4F6B-ADA6-B11C508FF6CE}" vid="{0E07EAE6-ACBC-4250-8522-FC108A45043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20</Words>
  <Application>Microsoft Office PowerPoint</Application>
  <PresentationFormat>Panorámica</PresentationFormat>
  <Paragraphs>4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Amasis MT Pro Medium</vt:lpstr>
      <vt:lpstr>Arial</vt:lpstr>
      <vt:lpstr>Univers Light</vt:lpstr>
      <vt:lpstr>TribuneVTI</vt:lpstr>
      <vt:lpstr>Sistema de Gestión de Gimnasio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Andres Felipe Morales Casanova</dc:creator>
  <cp:lastModifiedBy>Andres Felipe Morales Casanova</cp:lastModifiedBy>
  <cp:revision>1</cp:revision>
  <dcterms:created xsi:type="dcterms:W3CDTF">2025-09-18T15:54:23Z</dcterms:created>
  <dcterms:modified xsi:type="dcterms:W3CDTF">2025-09-18T16:41:12Z</dcterms:modified>
</cp:coreProperties>
</file>